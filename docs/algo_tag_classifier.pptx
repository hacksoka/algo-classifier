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3A5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3A5F"/>
                </a:solidFill>
                <a:latin typeface="Arial"/>
              </a:rPr>
              <a:t>F1-score par tag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games</c:v>
                  </c:pt>
                  <c:pt idx="1">
                    <c:v>prob.</c:v>
                  </c:pt>
                  <c:pt idx="2">
                    <c:v>n. theory</c:v>
                  </c:pt>
                  <c:pt idx="3">
                    <c:v>dp</c:v>
                  </c:pt>
                  <c:pt idx="4">
                    <c:v>greedy</c:v>
                  </c:pt>
                  <c:pt idx="5">
                    <c:v>math</c:v>
                  </c:pt>
                  <c:pt idx="6">
                    <c:v>graphs</c:v>
                  </c:pt>
                  <c:pt idx="7">
                    <c:v>geometry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0.41</c:v>
                </c:pt>
                <c:pt idx="1">
                  <c:v>0.48</c:v>
                </c:pt>
                <c:pt idx="2">
                  <c:v>0.61</c:v>
                </c:pt>
                <c:pt idx="3">
                  <c:v>0.65</c:v>
                </c:pt>
                <c:pt idx="4">
                  <c:v>0.66</c:v>
                </c:pt>
                <c:pt idx="5">
                  <c:v>0.72</c:v>
                </c:pt>
                <c:pt idx="6">
                  <c:v>0.73</c:v>
                </c:pt>
                <c:pt idx="7">
                  <c:v>0.73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Optimized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3A5F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games</c:v>
                  </c:pt>
                  <c:pt idx="1">
                    <c:v>prob.</c:v>
                  </c:pt>
                  <c:pt idx="2">
                    <c:v>n. theory</c:v>
                  </c:pt>
                  <c:pt idx="3">
                    <c:v>dp</c:v>
                  </c:pt>
                  <c:pt idx="4">
                    <c:v>greedy</c:v>
                  </c:pt>
                  <c:pt idx="5">
                    <c:v>math</c:v>
                  </c:pt>
                  <c:pt idx="6">
                    <c:v>graphs</c:v>
                  </c:pt>
                  <c:pt idx="7">
                    <c:v>geometry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0.57</c:v>
                </c:pt>
                <c:pt idx="1">
                  <c:v>0.6</c:v>
                </c:pt>
                <c:pt idx="2">
                  <c:v>0.66</c:v>
                </c:pt>
                <c:pt idx="3">
                  <c:v>0.7</c:v>
                </c:pt>
                <c:pt idx="4">
                  <c:v>0.71</c:v>
                </c:pt>
                <c:pt idx="5">
                  <c:v>0.74</c:v>
                </c:pt>
                <c:pt idx="6">
                  <c:v>0.76</c:v>
                </c:pt>
                <c:pt idx="7">
                  <c:v>0.64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3A5F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109728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914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0" y="91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NLP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8046720" y="91440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0" y="9144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LightGBM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6949440" y="47548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0" y="4754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Embeddings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8046720" y="475488"/>
            <a:ext cx="1005840" cy="27432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0" y="47548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75569"/>
                </a:solidFill>
              </a:rPr>
              <a:t>Multi-label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65760" y="11887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 Tag Classifier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multi-label d'exercices Codeforces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65760" y="2788920"/>
            <a:ext cx="5029200" cy="274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4 982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6576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46888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675120" y="29260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675120" y="3429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Hack  ·  Senior Data &amp; AI Engineer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Codeforces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de competitive programming avec des milliers d'exercices.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exercice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 tagué : dp, graphs, math, geometry…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: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automatiquement les tags à partir du texte de l'énoncé.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06240" cy="34747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tags cibles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09160" y="1645920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09160" y="1645920"/>
            <a:ext cx="6400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16459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766560" y="1645920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0" y="1645920"/>
            <a:ext cx="6400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76288" y="164592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2304288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09160" y="2304288"/>
            <a:ext cx="6400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18888" y="23042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2304288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0" y="2304288"/>
            <a:ext cx="6400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76288" y="2304288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709160" y="2962656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09160" y="2962656"/>
            <a:ext cx="64008" cy="43891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9626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766560" y="2962656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66560" y="2962656"/>
            <a:ext cx="64008" cy="43891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76288" y="2962656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3621024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3621024"/>
            <a:ext cx="64008" cy="43891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362102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probabilities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766560" y="3621024"/>
            <a:ext cx="1874520" cy="438912"/>
          </a:xfrm>
          <a:prstGeom prst="rect">
            <a:avLst/>
          </a:prstGeom>
          <a:solidFill>
            <a:srgbClr val="FFFFFF"/>
          </a:solidFill>
          <a:ln w="19050">
            <a:solidFill>
              <a:srgbClr val="DB277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66560" y="3621024"/>
            <a:ext cx="64008" cy="43891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76288" y="3621024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theory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: 4 982 fichiers JSON · Tâche : classification multi-label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projet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566160" cy="3703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612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508760"/>
            <a:ext cx="33375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algo-classifier/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baseline/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config.py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train.py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evaluate.py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optimized/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config.py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features.py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train.py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├── evaluate.py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 └── predict.py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├── data_loader.py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└── compare.py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105156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60520" y="1051560"/>
            <a:ext cx="54864" cy="10972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15968" y="1143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data_loader.py mutualisé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15968" y="143560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point de chargement pour baseline et optimized. Évite la duplication et garantit que les deux modèles s'entraînent sur les mêmes données.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60520" y="228600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60520" y="2286000"/>
            <a:ext cx="54864" cy="10972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15968" y="23774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compare.py — même test set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5968" y="26700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 sur un split identique. Comparaison honnête : on mesure le gain réel, pas une fluctuation de sampling.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3520440"/>
            <a:ext cx="4663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160520" y="3520440"/>
            <a:ext cx="54864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15968" y="36118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Indices sauvegardés (.npy)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15968" y="39044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train_indices.npy et test_indices.npy permettent de recharger exactement le même split — crucial pour le cache d'embeddings.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approches comparées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931920" cy="3749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51560"/>
            <a:ext cx="3931920" cy="411480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600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9202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(unigrammes + bigrammes)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947672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09397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209397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LogisticRegression (OneVsRest)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58775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25877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fixe pour tous les tags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2935224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81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30815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429000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57530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micro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357530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922776"/>
            <a:ext cx="356616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Loss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4069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0.0765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1051560"/>
            <a:ext cx="4206240" cy="3749040"/>
          </a:xfrm>
          <a:prstGeom prst="rect">
            <a:avLst/>
          </a:prstGeom>
          <a:solidFill>
            <a:srgbClr val="F1F5F9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0" y="1051560"/>
            <a:ext cx="4206240" cy="4114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 ★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754880" y="1600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60020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patterns + méta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947672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9397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2093976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 (cache disque)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441448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2587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2587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(OneVsRest)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09160" y="2935224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308152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308152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Optimisé par tag (F1-maximisation)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3429000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35753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217920" y="3575304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0.657  (+0.036)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09160" y="3922776"/>
            <a:ext cx="3840480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0" y="40690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micro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217920" y="406908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0.630  (+0.013)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33672" y="2651760"/>
            <a:ext cx="201168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78808" y="2487168"/>
            <a:ext cx="320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— Pourquoi ces choix 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097280"/>
            <a:ext cx="41148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étendu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le vocabulaire spécifique à chaque tag (ex. 'gcd', 'modulo' → number theory).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212848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sublinear_tf=True, min_df=2, max_features=8 000, uni+bigrams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109728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097280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21615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(9 familles)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Signaux forts non capturés par TF-IDF : présence de fractions, inégalités, modulo, coordonnées…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937760" y="2212848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01768" y="22128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has_fraction, has_mod, has_inequality, has_coordinates, has_prime…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017520"/>
            <a:ext cx="41148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Méta-features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Longueur du texte, ratio majuscules, densité de chiffres — corrélés à la complexité mathématique.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" y="4133088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4133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text_length, cap_ratio, digit_ratio, word_count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3017520"/>
            <a:ext cx="411480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3017520"/>
            <a:ext cx="4114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13639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937760" y="347472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Sémantique profonde : 'find the shortest path' ≈ 'minimum distance' même sans mots communs.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937760" y="4133088"/>
            <a:ext cx="3749040" cy="5029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01768" y="4133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 · 384 dims · cache .npy pour éviter le re-calcul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par tag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8</a:t>
            </a:r>
            <a:endParaRPr lang="en-US" sz="9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005840"/>
          <a:ext cx="530352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852160" y="1234440"/>
            <a:ext cx="2926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2344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games  +0.161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852160" y="1874520"/>
            <a:ext cx="2926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probabilities  +0.122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852160" y="2514600"/>
            <a:ext cx="2926080" cy="457200"/>
          </a:xfrm>
          <a:prstGeom prst="rect">
            <a:avLst/>
          </a:prstGeom>
          <a:solidFill>
            <a:srgbClr val="F0FDF4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5146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number theory  +0.050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852160" y="4434840"/>
            <a:ext cx="2926080" cy="45720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0" y="44348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geometry  −0.090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52160" y="3154680"/>
            <a:ext cx="292608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89320" y="32004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geometry — analyse
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Seuil 0.10 trop agressif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recall ↑ mais précision ↓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: seuil 0.18–0.22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features dédiées (convex hull, polygon…)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utiliser le code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1124712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24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0789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078992"/>
            <a:ext cx="5852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17520" y="107899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lightgbm sentence-transformers scikit-learn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7724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Apple Silicon : n_jobs=1 partout pour éviter le segfault OpenMP/joblib.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365760" cy="36576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9019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18562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Entraîner l'optimized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26080" y="1856232"/>
            <a:ext cx="5852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185623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optimized.train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22402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: optimized_model.pkl, train/test_indices.npy, embeddings_cache.npy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679192"/>
            <a:ext cx="365760" cy="36576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679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26334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633472"/>
            <a:ext cx="5852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263347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optimized.evaluate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77240" y="3017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le cache d'embeddings et les indices → pas de re-calcul.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" y="3456432"/>
            <a:ext cx="365760" cy="3657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564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341071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Prédire un nouveau problème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926080" y="3410712"/>
            <a:ext cx="5852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341071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optimized.predict --text "Find the shortest path..."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37947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les tags avec leur score et le seuil optimisé affiché par tag.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274320" y="4233672"/>
            <a:ext cx="365760" cy="365760"/>
          </a:xfrm>
          <a:prstGeom prst="ellipse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418795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baseline vs optimized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926080" y="4187952"/>
            <a:ext cx="5852160" cy="34747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017520" y="4187952"/>
            <a:ext cx="5715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compare.py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77240" y="45720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test set pour les deux · affiche delta ✅/❌ par tag et globalement.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57200"/>
            <a:ext cx="8412480" cy="425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0080" y="59436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&amp; Perspectives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772400" y="502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8745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+0.036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1856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macro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697480" y="1325880"/>
            <a:ext cx="18745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9748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+0.013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856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micro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1325880"/>
            <a:ext cx="18745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−0.014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54880" y="1856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Loss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812280" y="1325880"/>
            <a:ext cx="1874520" cy="9601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12280" y="137160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bugs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12280" y="1856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documentés &amp; corrigés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640080" y="2487168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Pistes d'amélioration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2880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geometry : seuil 0.18–0.22 ou features dédiées (convex hull, polygon, angle)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329184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Fine-tuning DeBERTa / RoBERTa sur les énoncés pour dépasser 0.70 F1 macro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" y="37033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Augmentation des données : exercices rares (games, probabilities) sous-représentés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11480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API FastAPI + cache Redis pour servir les prédictions en temps réel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0" y="47091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·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 Tag Classifier — Interview Presentation</dc:title>
  <dc:subject>PptxGenJS Presentation</dc:subject>
  <dc:creator>Hack</dc:creator>
  <cp:lastModifiedBy>Hack</cp:lastModifiedBy>
  <cp:revision>1</cp:revision>
  <dcterms:created xsi:type="dcterms:W3CDTF">2026-04-22T22:56:45Z</dcterms:created>
  <dcterms:modified xsi:type="dcterms:W3CDTF">2026-04-22T22:56:45Z</dcterms:modified>
</cp:coreProperties>
</file>